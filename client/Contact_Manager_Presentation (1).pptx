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43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6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users_CADC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14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APPLICATION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Manager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session-authenticated contact management platform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React, Express, and MongoDB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1605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 is a full-stack web application that lets each user securely store, organize, and manage their personal contacts — with authentication, private data ownership, and a clean, minimal interface.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hield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90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834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108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is scoped to its owner — no user can view or modify another user's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50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794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client, Express REST API, and MongoDB for persistent storage.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check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9103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754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Production-style practices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5029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auth, hashed passwords, input validation, and clear error handling.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0" y="1417320"/>
            <a:ext cx="4343400" cy="4709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6352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6352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635240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35240" y="3200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763524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635240" y="4251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7635240" y="4873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 layers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63524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6" name="Text 21"/>
          <p:cNvSpPr/>
          <p:nvPr/>
        </p:nvSpPr>
        <p:spPr>
          <a:xfrm>
            <a:off x="7635240" y="5925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design system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01168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653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79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signup, login, logout and session persistence without exposing sensitive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201168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262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653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modeling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679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clean Mongoose schemas for Users and Contacts with proper relationships.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201168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753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8653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REST API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679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validated, well-structured CRUD API with correct HTTP status codes.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201168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gri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15137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Usable, minimal UI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965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professional interface that is easy to navigate on every screen.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20440" cy="201168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2628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sear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15137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features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4965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 search and category filtering across a user's contact list.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201168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7532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s/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415137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data isolation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4965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that one user can never read or edit another user's records.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54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od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0624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/client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478024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044952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3000" y="2916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3611880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4178808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 icons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474573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430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(session-aware)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4400" y="5312664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4300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axios — credentials: include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263640" y="1463040"/>
            <a:ext cx="5349240" cy="475488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icons/server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3736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8660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92124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/server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629400" y="247802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85800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629400" y="3044952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858000" y="2916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629400" y="3611880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85800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629400" y="417880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858000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 + connect-mongo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629400" y="4745736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8580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file uploads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629400" y="531266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85800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with credentials support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1371600"/>
          </a:xfrm>
          <a:prstGeom prst="rect">
            <a:avLst/>
          </a:prstGeom>
          <a:solidFill>
            <a:srgbClr val="F7F8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83080" y="2926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gri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096" y="3054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47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22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· Router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2743200"/>
            <a:ext cx="2834640" cy="1371600"/>
          </a:xfrm>
          <a:prstGeom prst="rect">
            <a:avLst/>
          </a:prstGeom>
          <a:solidFill>
            <a:srgbClr val="F7F8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806440" y="2926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0540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547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3822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Sessions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686800" y="2743200"/>
            <a:ext cx="2834640" cy="1371600"/>
          </a:xfrm>
          <a:prstGeom prst="rect">
            <a:avLst/>
          </a:prstGeom>
          <a:solidFill>
            <a:srgbClr val="F7F8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829800" y="2926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16" y="30540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3547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0" y="3822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Contacts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474720" y="3429000"/>
            <a:ext cx="11887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383280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cookie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474720" y="3685032"/>
            <a:ext cx="1188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498080" y="3429000"/>
            <a:ext cx="11887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7406640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queries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498080" y="3685032"/>
            <a:ext cx="11887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never talks to MongoDB directly. Every request passes through the Express API, which enforces authentication and ownership checks before touching the database.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4008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FOLDER STRUCTURE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40080" y="5669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   /routes   /controllers   /middleware   /config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349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90722" y="2029968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49240" cy="512064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542032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0722" y="2542032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unique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349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054096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passwordHash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0722" y="3054096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534924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146304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2029968"/>
            <a:ext cx="5349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2029968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05722" y="2029968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required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542032"/>
            <a:ext cx="5349240" cy="512064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2542032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5722" y="2542032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required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054096"/>
            <a:ext cx="5349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3054096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05722" y="3054096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optional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566160"/>
            <a:ext cx="5349240" cy="512064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3566160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05722" y="3566160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optional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078224"/>
            <a:ext cx="5349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4078224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05722" y="4078224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optional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590288"/>
            <a:ext cx="5349240" cy="512064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37960" y="4590288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05722" y="4590288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optional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5102352"/>
            <a:ext cx="5349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37960" y="5102352"/>
            <a:ext cx="29420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05722" y="5102352"/>
            <a:ext cx="2132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 → User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97880" y="292608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6928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— not JWT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28216" y="2834640"/>
            <a:ext cx="8705088" cy="0"/>
          </a:xfrm>
          <a:prstGeom prst="line">
            <a:avLst/>
          </a:prstGeom>
          <a:noFill/>
          <a:ln w="254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72184" y="2578608"/>
            <a:ext cx="512064" cy="512064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72184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is hashed with bcrypt before the user is saved.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48456" y="2578608"/>
            <a:ext cx="512064" cy="512064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48456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07792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07792" y="361188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verified with bcrypt.compare; session created.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24728" y="2578608"/>
            <a:ext cx="512064" cy="512064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2472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84064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84064" y="361188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connect-mongo persists the session in MongoDB; only the userId is kept — never the password.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01000" y="2578608"/>
            <a:ext cx="512064" cy="512064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01000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60336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requests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60336" y="361188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middleware checks req.session on every contacts route; 401 if missing.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177272" y="2578608"/>
            <a:ext cx="512064" cy="512064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77272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36608" y="3246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436608" y="361188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 destroyed on the server, clearing access immediately.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icons/lo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806440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71600" y="56235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cookies are sent with credentials: 'include' on every client request, so authenticated state persists across page reloads.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REST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109960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04822"/>
            <a:ext cx="777240" cy="2560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0482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1874520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/api/auth/signup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874520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account, hash password, start session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391156"/>
            <a:ext cx="11109960" cy="516636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2521458"/>
            <a:ext cx="777240" cy="2560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52145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77440" y="2391156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391156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credentials, start session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11109960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038094"/>
            <a:ext cx="777240" cy="2560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03809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2907792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2907792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the active session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424428"/>
            <a:ext cx="11109960" cy="516636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554730"/>
            <a:ext cx="777240" cy="2560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355473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77440" y="3424428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424428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logged-in user, or 401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41064"/>
            <a:ext cx="11109960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4071366"/>
            <a:ext cx="777240" cy="2560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407136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77440" y="3941064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/api/contacts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3941064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contact for the current user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457700"/>
            <a:ext cx="11109960" cy="516636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7240" y="4588002"/>
            <a:ext cx="777240" cy="2560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58800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77440" y="4457700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/api/contacts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60720" y="4457700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only the current user's contacts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974336"/>
            <a:ext cx="11109960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" y="5104638"/>
            <a:ext cx="777240" cy="2560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7240" y="510463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77440" y="4974336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/api/contacts/:id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60720" y="4974336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one contact (ownership checked)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5490972"/>
            <a:ext cx="11109960" cy="516636"/>
          </a:xfrm>
          <a:prstGeom prst="rect">
            <a:avLst/>
          </a:prstGeom>
          <a:solidFill>
            <a:srgbClr val="F7F8FC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77240" y="5621274"/>
            <a:ext cx="777240" cy="25603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7240" y="562127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377440" y="5490972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/api/contacts/:id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60720" y="5490972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contact (ownership checked)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" y="6007608"/>
            <a:ext cx="11109960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77240" y="6137910"/>
            <a:ext cx="777240" cy="256032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7240" y="613791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377440" y="6007608"/>
            <a:ext cx="32918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/api/contacts/:id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760720" y="6007608"/>
            <a:ext cx="57607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contact (ownership checked)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Data Isolation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196596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hield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9110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ownership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stores the owning userId; queries always filter by the logged-in session's user.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257800" cy="196596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lock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9110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83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only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hashes are stored — plaintext passwords are never persisted or logged.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96596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check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19709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69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Session-only identity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709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holds just the userId; no password or passwordHash ever touches the session store.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257800" cy="196596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users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19709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69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Cross-user access blocked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another user's contact return 404 — verified directly with Postman/curl.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554480"/>
          </a:xfrm>
          <a:prstGeom prst="rect">
            <a:avLst/>
          </a:prstGeom>
          <a:solidFill>
            <a:srgbClr val="F7F8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4963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calls GET /api/auth/me to check for an existing session.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05072" y="2377440"/>
            <a:ext cx="356616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1554480"/>
          </a:xfrm>
          <a:prstGeom prst="rect">
            <a:avLst/>
          </a:prstGeom>
          <a:solidFill>
            <a:srgbClr val="F7F8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4963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checks auth state; redirects to /login if unauthenticated.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99832" y="2377440"/>
            <a:ext cx="356616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291840" cy="1554480"/>
          </a:xfrm>
          <a:prstGeom prst="rect">
            <a:avLst/>
          </a:prstGeom>
          <a:solidFill>
            <a:srgbClr val="F7F8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app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58200" y="24963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navigation bar, and contact views render with the session user.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BUILDING BLOCKS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4165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· /signup · protected /dashboard route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97764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44165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login/logout functions and user state app-wide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16636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605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component that gates access to the main 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5166360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5605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logged-in user's name and a logout button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five core screens users move through, from first sign-in to managing their contacts.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4003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80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users sign in with their email and password to reach their private contact directory.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4003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880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26280" y="3200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register with name, email, and password to create an account before signing in.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75320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gr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0" y="24003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880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75320" y="3200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Contact Directory lists every saved contact in a searchable table, with quick stats and category filters (Family, Friend, Work, Other).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423160" y="429768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2651760" y="4526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s/plu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060" y="464058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5176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Contact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2651760" y="5440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form captures a new contact's name, phone, email, address, category, and notes, with an optional photo upload.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172200" y="429768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400800" y="4526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icons/edi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6405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Contact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00800" y="5440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form, pre-filled with existing details, lets users update or correct any field in place.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— Login &amp; Sign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26380" cy="461772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46743" y="1691640"/>
            <a:ext cx="3930174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shot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175" y="1719072"/>
            <a:ext cx="3875310" cy="3922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96712"/>
            <a:ext cx="5326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32220" y="1463040"/>
            <a:ext cx="5326380" cy="461772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48368" y="1691640"/>
            <a:ext cx="389408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shots/sign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00" y="1719072"/>
            <a:ext cx="3839221" cy="3922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2220" y="5696712"/>
            <a:ext cx="5326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4709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23219" y="1572768"/>
            <a:ext cx="9160802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51" y="1600200"/>
            <a:ext cx="9105938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&amp; Edit Contact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26380" cy="461772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5281" y="1691640"/>
            <a:ext cx="4513099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shots/add_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3" y="1719072"/>
            <a:ext cx="4458235" cy="3922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96712"/>
            <a:ext cx="5326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Contact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32220" y="1463040"/>
            <a:ext cx="5326380" cy="461772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722777" y="1691640"/>
            <a:ext cx="4545266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shots/edit_cont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209" y="1719072"/>
            <a:ext cx="4490402" cy="3922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2220" y="5696712"/>
            <a:ext cx="5326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Contact Details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653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79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contacts by name and filter the list by category instantly.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262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edi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653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679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edit, and delete contacts with a shared, pre-filled form.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753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tra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8653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delete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679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step protects against accidental data loss.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ta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10565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9194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contacts as Family, Work, Friend, or other custom categories.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10565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617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49194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contact to see its full details before editing.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749040"/>
            <a:ext cx="3520440" cy="19659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s/fold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410565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617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&amp; loading states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49194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empty state and loading indicators keep the UI clear at all times.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94960" cy="1280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sessions working across client/server origins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394960" cy="1280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CORS with credentials support and sent cookies via credentials: 'include' on every request.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5394960" cy="1280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192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users from accessing others' contacts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319272"/>
            <a:ext cx="5394960" cy="1280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33192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ownership checks in every controller and validated it directly with Postman before building the UI.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5394960" cy="1280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764024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 generic, templated interface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4764024"/>
            <a:ext cx="5394960" cy="1280160"/>
          </a:xfrm>
          <a:prstGeom prst="rect">
            <a:avLst/>
          </a:prstGeom>
          <a:solidFill>
            <a:srgbClr val="F7F8FC"/>
          </a:solidFill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4764024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 strict minimal design system — flat surfaces, simple borders, consistent spacing — applied to every screen.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Secure Contact Manager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delivers a full-stack application with session-based authentication, a validated REST API, strict per-user data isolation, and a clean, professional interface end to end.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257800" cy="91440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plus_CADC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7889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photo uploads via the existing multer configuration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788920"/>
            <a:ext cx="5257800" cy="91440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users_CADC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0632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7889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 grouped contacts between trusted users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5257800" cy="91440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tag_CADC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9319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user-defined categories and tags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931920"/>
            <a:ext cx="5257800" cy="914400"/>
          </a:xfrm>
          <a:prstGeom prst="rect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shield_CADC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062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9319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and stronger session security hardening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525780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48640" y="5394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1280</Words>
  <Application>Microsoft Office PowerPoint</Application>
  <PresentationFormat>Widescreen</PresentationFormat>
  <Paragraphs>282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swostika shrestha</cp:lastModifiedBy>
  <cp:revision>2</cp:revision>
  <dcterms:created xsi:type="dcterms:W3CDTF">2026-08-22T15:24:29Z</dcterms:created>
  <dcterms:modified xsi:type="dcterms:W3CDTF">2026-08-23T09:58:46Z</dcterms:modified>
</cp:coreProperties>
</file>